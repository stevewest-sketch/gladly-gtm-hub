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6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65461"/>
            <a:ext cx="1422648" cy="304800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5150" y="1141661"/>
            <a:ext cx="10366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687711"/>
            <a:ext cx="777240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Tour:</a:t>
            </a:r>
            <a:endParaRPr lang="en-US" sz="4000" dirty="0"/>
          </a:p>
          <a:p>
            <a:pPr algn="l" indent="0" marL="0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Gladly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3097113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5B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exercises to master Sidekick, Answers, and Guides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39046" y="455622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C5B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93650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7576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these exercises to master Gladly AI configuration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72927"/>
            <a:ext cx="1825675" cy="2041922"/>
          </a:xfrm>
          <a:prstGeom prst="roundRect">
            <a:avLst>
              <a:gd name="adj" fmla="val 695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93763" y="15015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82842" y="162207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9816" y="2161877"/>
            <a:ext cx="13958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Gladly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9816" y="2434828"/>
            <a:ext cx="139584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and explore the Gladly application and Sidekick settings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075" y="1272927"/>
            <a:ext cx="1825675" cy="2041922"/>
          </a:xfrm>
          <a:prstGeom prst="roundRect">
            <a:avLst>
              <a:gd name="adj" fmla="val 695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09938" y="15015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99016" y="162207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65991" y="2161877"/>
            <a:ext cx="13958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Answers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65991" y="2606278"/>
            <a:ext cx="139584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edit public Answers that power AI responses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272927"/>
            <a:ext cx="1825675" cy="2041922"/>
          </a:xfrm>
          <a:prstGeom prst="roundRect">
            <a:avLst>
              <a:gd name="adj" fmla="val 695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26112" y="15015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15191" y="162207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2165" y="2161877"/>
            <a:ext cx="13958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Guides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2165" y="2434828"/>
            <a:ext cx="139584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multi-step workflows for complex interactions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83425" y="1272927"/>
            <a:ext cx="1825675" cy="2041922"/>
          </a:xfrm>
          <a:prstGeom prst="roundRect">
            <a:avLst>
              <a:gd name="adj" fmla="val 6956"/>
            </a:avLst>
          </a:prstGeom>
          <a:solidFill>
            <a:srgbClr val="F3F3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42287" y="15015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31365" y="162207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98340" y="2161877"/>
            <a:ext cx="13958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Optimize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98340" y="2434828"/>
            <a:ext cx="13958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configuration and refine for best results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901" y="3568750"/>
            <a:ext cx="7874198" cy="457200"/>
          </a:xfrm>
          <a:prstGeom prst="roundRect">
            <a:avLst>
              <a:gd name="adj" fmla="val 22222"/>
            </a:avLst>
          </a:prstGeom>
          <a:solidFill>
            <a:srgbClr val="C5B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8802" y="3721150"/>
            <a:ext cx="221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96591" y="3725912"/>
            <a:ext cx="4640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through each exercise in order. Each builds on skills from the previous one.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39046" y="4683175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978247" cy="234851"/>
          </a:xfrm>
          <a:prstGeom prst="roundRect">
            <a:avLst>
              <a:gd name="adj" fmla="val 81115"/>
            </a:avLst>
          </a:prstGeom>
          <a:solidFill>
            <a:srgbClr val="C5B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7301" y="380851"/>
            <a:ext cx="686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4901" y="717352"/>
            <a:ext cx="38538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Answers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1193602"/>
            <a:ext cx="385386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5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the knowledge base that powers Sidekick's responses. High-quality Answers lead to accurate, helpful AI conversations.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012752"/>
            <a:ext cx="3778300" cy="101530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Answers: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Visible to customers via AI</a:t>
            </a:r>
            <a:endParaRPr lang="en-US" sz="1000" dirty="0"/>
          </a:p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Answers: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Agent-only reference material</a:t>
            </a:r>
            <a:endParaRPr lang="en-US" sz="1000" dirty="0"/>
          </a:p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answers concise and scannable</a:t>
            </a:r>
            <a:endParaRPr lang="en-US" sz="1000" dirty="0"/>
          </a:p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consistent formatting across all answers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0651" y="330101"/>
            <a:ext cx="3778300" cy="3972223"/>
          </a:xfrm>
          <a:prstGeom prst="roundRect">
            <a:avLst>
              <a:gd name="adj" fmla="val 403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9251" y="558701"/>
            <a:ext cx="33875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9251" y="8825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63579" y="9507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65552" y="882551"/>
            <a:ext cx="297309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Sidekick &gt; Answers in your Gladly instance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59251" y="13903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63579" y="145851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5552" y="1390352"/>
            <a:ext cx="297309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"Create Answer" and choose a common FAQ topic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9251" y="189815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63579" y="196631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65552" y="1898154"/>
            <a:ext cx="261772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clear, concise answer (2-3 sentences)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59251" y="232990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63579" y="239806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65552" y="2329904"/>
            <a:ext cx="186279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visibility to "Public" and save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9251" y="2799755"/>
            <a:ext cx="3387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 See: What is Answers? | Create/Edit Answers | Answers Best Practices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39046" y="4683175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978247" cy="234851"/>
          </a:xfrm>
          <a:prstGeom prst="roundRect">
            <a:avLst>
              <a:gd name="adj" fmla="val 81115"/>
            </a:avLst>
          </a:prstGeom>
          <a:solidFill>
            <a:srgbClr val="C5B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7301" y="380851"/>
            <a:ext cx="686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4901" y="717352"/>
            <a:ext cx="38538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Guides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1193602"/>
            <a:ext cx="385386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5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are multi-step workflows that help Sidekick handle complex conversations. They define how to gather info, take actions, and escalate when needed.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012752"/>
            <a:ext cx="3778300" cy="101530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the conversation flow</a:t>
            </a:r>
            <a:endParaRPr lang="en-US" sz="1000" dirty="0"/>
          </a:p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to external systems</a:t>
            </a:r>
            <a:endParaRPr lang="en-US" sz="1000" dirty="0"/>
          </a:p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escalation conditions</a:t>
            </a:r>
            <a:endParaRPr lang="en-US" sz="1000" dirty="0"/>
          </a:p>
          <a:p>
            <a:pPr algn="l" marL="95250" indent="-9525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</a:t>
            </a:r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what Sidekick should NOT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0651" y="330101"/>
            <a:ext cx="3778300" cy="3972223"/>
          </a:xfrm>
          <a:prstGeom prst="roundRect">
            <a:avLst>
              <a:gd name="adj" fmla="val 403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9251" y="558701"/>
            <a:ext cx="33875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9251" y="8825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63579" y="9507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65552" y="882551"/>
            <a:ext cx="2831006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Sidekick &gt; Guides and click "Create Guide"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59251" y="13143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63579" y="13824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5552" y="1314301"/>
            <a:ext cx="2676013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your Guide (e.g., "Order Status Inquiry")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9251" y="17460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63579" y="18142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65552" y="1746052"/>
            <a:ext cx="297309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steps: Greet &gt; Collect order # &gt; Look up &gt; Respond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59251" y="22538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63579" y="232201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65552" y="2253853"/>
            <a:ext cx="238303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when to transfer to a human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9251" y="2723704"/>
            <a:ext cx="3387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 See: What are Guides? | Configure Guides | When to Escalate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39046" y="4683175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978247" cy="234851"/>
          </a:xfrm>
          <a:prstGeom prst="roundRect">
            <a:avLst>
              <a:gd name="adj" fmla="val 81115"/>
            </a:avLst>
          </a:prstGeom>
          <a:solidFill>
            <a:srgbClr val="C5B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7301" y="380851"/>
            <a:ext cx="686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4901" y="717352"/>
            <a:ext cx="38538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Optimization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1193602"/>
            <a:ext cx="38538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5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Guides with real conversation scenarios to ensure they work as expected before going live.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803202"/>
            <a:ext cx="3778300" cy="190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4926" y="1930152"/>
            <a:ext cx="3494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FAQ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4926" y="2111127"/>
            <a:ext cx="3494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simple questions your AI should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4926" y="2599879"/>
            <a:ext cx="3494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Inquiry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4926" y="2780854"/>
            <a:ext cx="3494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complex workflows with multiple steps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4926" y="3269605"/>
            <a:ext cx="3494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Trigger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4926" y="3450580"/>
            <a:ext cx="3494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"I want an agent" and escalation paths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0651" y="330101"/>
            <a:ext cx="3778300" cy="3972223"/>
          </a:xfrm>
          <a:prstGeom prst="roundRect">
            <a:avLst>
              <a:gd name="adj" fmla="val 403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9251" y="558701"/>
            <a:ext cx="33875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9251" y="8825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63579" y="9507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65552" y="882551"/>
            <a:ext cx="177581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Sidekick &gt; Guides &gt; 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59251" y="13143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63579" y="13824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65552" y="1314301"/>
            <a:ext cx="2855902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 test message (e.g., "Where is my order?")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9251" y="17460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63579" y="18142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65552" y="1746052"/>
            <a:ext cx="2778633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response - is it accurate? On-brand?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9251" y="21778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8C6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63579" y="224596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5552" y="2177802"/>
            <a:ext cx="290159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needed, update Guide directions or tone settings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9251" y="2609552"/>
            <a:ext cx="3387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900" dirty="0">
                <a:solidFill>
                  <a:srgbClr val="8C6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 See: How to Test Sidekick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39046" y="4683175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C6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68710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2000" y="1595735"/>
            <a:ext cx="2370683" cy="1164729"/>
          </a:xfrm>
          <a:prstGeom prst="roundRect">
            <a:avLst>
              <a:gd name="adj" fmla="val 109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7272" y="1849636"/>
            <a:ext cx="19001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Help Docs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7272" y="2151162"/>
            <a:ext cx="190013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documentation for all features and configurations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6584" y="1595735"/>
            <a:ext cx="2370683" cy="1164729"/>
          </a:xfrm>
          <a:prstGeom prst="roundRect">
            <a:avLst>
              <a:gd name="adj" fmla="val 109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21856" y="1849636"/>
            <a:ext cx="19001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Academy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21856" y="2151162"/>
            <a:ext cx="190013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Self-paced training modules and certifications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11168" y="1595735"/>
            <a:ext cx="2370683" cy="1164729"/>
          </a:xfrm>
          <a:prstGeom prst="roundRect">
            <a:avLst>
              <a:gd name="adj" fmla="val 109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6440" y="1849636"/>
            <a:ext cx="19001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6440" y="2151162"/>
            <a:ext cx="190013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Q&amp;A with Gladly experts during your POC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2000" y="3141464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5B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or need help?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2000" y="3414415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out in your dedicated Slack channel: #shared-[company]-gladly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39046" y="4619774"/>
            <a:ext cx="108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C5B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Guided Tour</dc:title>
  <dc:subject>Guided Tour Training</dc:subject>
  <dc:creator>Gladly</dc:creator>
  <cp:lastModifiedBy>Gladly</cp:lastModifiedBy>
  <cp:revision>1</cp:revision>
  <dcterms:created xsi:type="dcterms:W3CDTF">2025-12-20T16:14:02Z</dcterms:created>
  <dcterms:modified xsi:type="dcterms:W3CDTF">2025-12-20T16:14:03Z</dcterms:modified>
</cp:coreProperties>
</file>